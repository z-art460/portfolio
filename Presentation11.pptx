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994E4-0C46-4983-BAD2-964E88C87BC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87841-40A8-4B64-9E9A-BF40B031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25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994E4-0C46-4983-BAD2-964E88C87BC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87841-40A8-4B64-9E9A-BF40B031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67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994E4-0C46-4983-BAD2-964E88C87BC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87841-40A8-4B64-9E9A-BF40B031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685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994E4-0C46-4983-BAD2-964E88C87BC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87841-40A8-4B64-9E9A-BF40B031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18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994E4-0C46-4983-BAD2-964E88C87BC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87841-40A8-4B64-9E9A-BF40B031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044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994E4-0C46-4983-BAD2-964E88C87BC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87841-40A8-4B64-9E9A-BF40B031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966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994E4-0C46-4983-BAD2-964E88C87BC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87841-40A8-4B64-9E9A-BF40B031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49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994E4-0C46-4983-BAD2-964E88C87BC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87841-40A8-4B64-9E9A-BF40B031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92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87841-40A8-4B64-9E9A-BF40B031CC3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994E4-0C46-4983-BAD2-964E88C87BC0}" type="datetimeFigureOut">
              <a:rPr lang="en-US" smtClean="0"/>
              <a:t>1/6/2025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36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994E4-0C46-4983-BAD2-964E88C87BC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87841-40A8-4B64-9E9A-BF40B031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9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994E4-0C46-4983-BAD2-964E88C87BC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87841-40A8-4B64-9E9A-BF40B031CC3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9537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994E4-0C46-4983-BAD2-964E88C87BC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87841-40A8-4B64-9E9A-BF40B031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217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994E4-0C46-4983-BAD2-964E88C87BC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87841-40A8-4B64-9E9A-BF40B031CC3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33208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994E4-0C46-4983-BAD2-964E88C87BC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87841-40A8-4B64-9E9A-BF40B031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16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994E4-0C46-4983-BAD2-964E88C87BC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87841-40A8-4B64-9E9A-BF40B031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651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994E4-0C46-4983-BAD2-964E88C87BC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87841-40A8-4B64-9E9A-BF40B031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819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994E4-0C46-4983-BAD2-964E88C87BC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8287841-40A8-4B64-9E9A-BF40B031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50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5500/portfolio/index.html#projects" TargetMode="External"/><Relationship Id="rId2" Type="http://schemas.openxmlformats.org/officeDocument/2006/relationships/hyperlink" Target="https://github.com/Z-art460/My-Portfolio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80314" y="1584102"/>
            <a:ext cx="643943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i="1" u="sng" dirty="0" err="1" smtClean="0">
                <a:latin typeface="Arial Black" panose="020B0A04020102020204" pitchFamily="34" charset="0"/>
              </a:rPr>
              <a:t>Tasbiha</a:t>
            </a:r>
            <a:r>
              <a:rPr lang="en-GB" sz="3200" b="1" i="1" u="sng" dirty="0">
                <a:latin typeface="Arial Black" panose="020B0A04020102020204" pitchFamily="34" charset="0"/>
              </a:rPr>
              <a:t> </a:t>
            </a:r>
            <a:r>
              <a:rPr lang="en-GB" sz="3200" b="1" i="1" u="sng" dirty="0" err="1" smtClean="0">
                <a:latin typeface="Arial Black" panose="020B0A04020102020204" pitchFamily="34" charset="0"/>
              </a:rPr>
              <a:t>Zubair</a:t>
            </a:r>
            <a:r>
              <a:rPr lang="en-GB" sz="3200" b="1" i="1" u="sng" dirty="0" smtClean="0">
                <a:latin typeface="Arial Black" panose="020B0A04020102020204" pitchFamily="34" charset="0"/>
              </a:rPr>
              <a:t> Ali</a:t>
            </a:r>
          </a:p>
          <a:p>
            <a:r>
              <a:rPr lang="en-GB" sz="3200" b="1" i="1" u="sng" dirty="0" smtClean="0">
                <a:latin typeface="Arial Black" panose="020B0A04020102020204" pitchFamily="34" charset="0"/>
              </a:rPr>
              <a:t>Roll#315323</a:t>
            </a:r>
          </a:p>
          <a:p>
            <a:r>
              <a:rPr lang="en-GB" sz="3200" b="1" i="1" u="sng" dirty="0" smtClean="0">
                <a:latin typeface="Arial Black" panose="020B0A04020102020204" pitchFamily="34" charset="0"/>
              </a:rPr>
              <a:t>Introduction To Programming</a:t>
            </a:r>
          </a:p>
          <a:p>
            <a:r>
              <a:rPr lang="en-GB" sz="3200" b="1" i="1" u="sng" dirty="0" smtClean="0">
                <a:latin typeface="Arial Black" panose="020B0A04020102020204" pitchFamily="34" charset="0"/>
              </a:rPr>
              <a:t>Course at </a:t>
            </a:r>
            <a:r>
              <a:rPr lang="en-GB" sz="3200" b="1" i="1" u="sng" dirty="0" err="1" smtClean="0">
                <a:latin typeface="Arial Black" panose="020B0A04020102020204" pitchFamily="34" charset="0"/>
              </a:rPr>
              <a:t>Saylani</a:t>
            </a:r>
            <a:r>
              <a:rPr lang="en-GB" sz="3200" b="1" i="1" u="sng" dirty="0" smtClean="0">
                <a:latin typeface="Arial Black" panose="020B0A04020102020204" pitchFamily="34" charset="0"/>
              </a:rPr>
              <a:t> Mass IT  Training</a:t>
            </a:r>
            <a:endParaRPr lang="en-US" sz="3200" b="1" i="1" u="sng" dirty="0"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94714" y="334851"/>
            <a:ext cx="2279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>
                <a:latin typeface="Arial Black" panose="020B0A04020102020204" pitchFamily="34" charset="0"/>
              </a:rPr>
              <a:t>Introduction</a:t>
            </a:r>
            <a:endParaRPr lang="en-US" sz="2400" b="1" i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839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262129" y="566671"/>
            <a:ext cx="71735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Arial Black" panose="020B0A04020102020204" pitchFamily="34" charset="0"/>
              </a:rPr>
              <a:t>HTML,CSS and JavaScript</a:t>
            </a:r>
          </a:p>
          <a:p>
            <a:r>
              <a:rPr lang="en-US" sz="2000" dirty="0" smtClean="0">
                <a:latin typeface="Arial Black" panose="020B0A04020102020204" pitchFamily="34" charset="0"/>
                <a:hlinkClick r:id="rId2"/>
              </a:rPr>
              <a:t>https://</a:t>
            </a:r>
            <a:r>
              <a:rPr lang="en-US" sz="2000" dirty="0" smtClean="0">
                <a:latin typeface="Arial Black" panose="020B0A04020102020204" pitchFamily="34" charset="0"/>
                <a:hlinkClick r:id="rId2"/>
              </a:rPr>
              <a:t>github.com/Z-art460/My-Portfolio.git</a:t>
            </a:r>
            <a:endParaRPr lang="en-US" sz="2000" dirty="0" smtClean="0">
              <a:latin typeface="Arial Black" panose="020B0A04020102020204" pitchFamily="34" charset="0"/>
            </a:endParaRPr>
          </a:p>
          <a:p>
            <a:r>
              <a:rPr lang="en-US" sz="2000" dirty="0" smtClean="0">
                <a:latin typeface="Arial Black" panose="020B0A04020102020204" pitchFamily="34" charset="0"/>
                <a:hlinkClick r:id="rId3"/>
              </a:rPr>
              <a:t>http://127.0.0.1:5500/portfolio/index.html#projects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33084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336</TotalTime>
  <Words>23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Black</vt:lpstr>
      <vt:lpstr>Trebuchet MS</vt:lpstr>
      <vt:lpstr>Wingdings 3</vt:lpstr>
      <vt:lpstr>Facet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Abc</cp:lastModifiedBy>
  <cp:revision>8</cp:revision>
  <dcterms:created xsi:type="dcterms:W3CDTF">2025-01-04T14:02:18Z</dcterms:created>
  <dcterms:modified xsi:type="dcterms:W3CDTF">2025-01-06T14:28:33Z</dcterms:modified>
</cp:coreProperties>
</file>